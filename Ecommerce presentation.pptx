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66" r:id="rId2"/>
    <p:sldId id="257" r:id="rId3"/>
    <p:sldId id="258" r:id="rId4"/>
    <p:sldId id="282" r:id="rId5"/>
    <p:sldId id="259" r:id="rId6"/>
    <p:sldId id="277" r:id="rId7"/>
    <p:sldId id="278" r:id="rId8"/>
    <p:sldId id="279" r:id="rId9"/>
    <p:sldId id="280" r:id="rId10"/>
    <p:sldId id="260" r:id="rId11"/>
    <p:sldId id="284" r:id="rId12"/>
    <p:sldId id="283" r:id="rId13"/>
    <p:sldId id="270" r:id="rId14"/>
    <p:sldId id="271" r:id="rId15"/>
    <p:sldId id="274" r:id="rId16"/>
    <p:sldId id="272" r:id="rId17"/>
    <p:sldId id="273" r:id="rId18"/>
    <p:sldId id="263" r:id="rId19"/>
    <p:sldId id="267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61" d="100"/>
          <a:sy n="61" d="100"/>
        </p:scale>
        <p:origin x="76" y="3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283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91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2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47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2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314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6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48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0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4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539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8580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14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78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67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82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18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3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4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A5A1-C115-FADE-DE17-3302849C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418" y="458495"/>
            <a:ext cx="9378709" cy="703770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OLIST STORE E-COMMERCE Analysis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D8179-961F-9ABF-D166-2AA399A41842}"/>
              </a:ext>
            </a:extLst>
          </p:cNvPr>
          <p:cNvSpPr txBox="1"/>
          <p:nvPr/>
        </p:nvSpPr>
        <p:spPr>
          <a:xfrm>
            <a:off x="1590991" y="1053408"/>
            <a:ext cx="6245586" cy="4191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4</a:t>
            </a:r>
            <a:r>
              <a:rPr lang="en-US" dirty="0"/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Sudhanshu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Khilar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Polavarapu Kanaka maha Lakshmi Devi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Chodagiri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Anil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Barakula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Rohith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Vaddadi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Hemasundar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Priti Ramlal Y Yadav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Trupti Anil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Kathale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940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3C47-469D-A9B2-DDD4-B3DBF452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1"/>
            <a:ext cx="10396882" cy="67491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B8FC-B480-EB0F-E7CE-8678764E6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28" y="1284514"/>
            <a:ext cx="10396883" cy="40603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Olist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is a leading e-commerce platform that connects sellers and customers through an online marketplace.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The platform generates large volumes of transactional data related to orders, customers, payments, and products.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Analyzing this data helps businesses understand sales performance and customer purchasing behavior.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This project focuses on transforming raw e-commerce data into meaningful insights.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Various analytical tools such as excel, SQL, tableau, and power BI are used in this analysis.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The goal of the project is to identify key trends, patterns, and </a:t>
            </a: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that support business decision-making.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An interactive dashboard is created to visualize the insights effectively.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This analysis helps improve strategic planning and operational efficiency.</a:t>
            </a:r>
          </a:p>
          <a:p>
            <a:pPr marL="0" indent="0">
              <a:buNone/>
            </a:pPr>
            <a:endParaRPr lang="en-IN" sz="17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05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5355-FBE6-A533-2E0C-03B97961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65314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035566-F098-D230-FDA7-D07DF12289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338943"/>
            <a:ext cx="11117146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E-commerce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consists of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 CSV files representing 9 relational tables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table stores specific business information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tables include Orders, Customers, Payments, Products, Sellers, Order Items, Reviews, </a:t>
            </a:r>
            <a:r>
              <a:rPr lang="en-US" altLang="en-US" dirty="0">
                <a:latin typeface="Arial" panose="020B0604020202020204" pitchFamily="34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Geolocation, and Product Category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Type: Structured relational data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SQL querying, data analysis, and dashboard creation</a:t>
            </a:r>
          </a:p>
        </p:txBody>
      </p:sp>
    </p:spTree>
    <p:extLst>
      <p:ext uri="{BB962C8B-B14F-4D97-AF65-F5344CB8AC3E}">
        <p14:creationId xmlns:p14="http://schemas.microsoft.com/office/powerpoint/2010/main" val="35947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605D-E2B9-2999-2E79-32DE2866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A040-26C1-832F-ECEA-BC33ECF9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011" y="119744"/>
            <a:ext cx="10396882" cy="435428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Analysis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BA120AA-306A-E125-F0AE-21255D2D04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11" y="555172"/>
            <a:ext cx="10396881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&amp; Payment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Analyzed order patterns across weekdays and weekends and studied customer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cap="none" dirty="0">
                <a:latin typeface="Arial" panose="020B0604020202020204" pitchFamily="34" charset="0"/>
              </a:rPr>
              <a:t>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preferences to understand purchasing behavior.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Satisfaction &amp; Delivery 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Evaluated review scores and delivery times, especially for the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pet_shop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to measure their impact on customer satisfaction.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Location-Based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Performed city-wise analysis, focusing on São Paulo,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to identify high-value customer locations and revenue contribution.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Insights &amp; Trends: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Identified key trends, patterns, and correlations using visual analytics and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converted them into actionable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70081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9773-6F9C-8846-8521-26F526E4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1"/>
            <a:ext cx="10396882" cy="4521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Objectives : </a:t>
            </a:r>
            <a:r>
              <a:rPr lang="en-IN" sz="3600" dirty="0" err="1">
                <a:latin typeface="Arial Black" panose="020B0A04020102020204" pitchFamily="34" charset="0"/>
              </a:rPr>
              <a:t>kpi’s</a:t>
            </a:r>
            <a:r>
              <a:rPr lang="en-IN" dirty="0">
                <a:latin typeface="Arial Black" panose="020B0A04020102020204" pitchFamily="34" charset="0"/>
              </a:rPr>
              <a:t/>
            </a:r>
            <a:br>
              <a:rPr lang="en-IN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0E743-E6B0-06D8-AA0B-A8A35EFD1BB8}"/>
              </a:ext>
            </a:extLst>
          </p:cNvPr>
          <p:cNvSpPr txBox="1"/>
          <p:nvPr/>
        </p:nvSpPr>
        <p:spPr>
          <a:xfrm>
            <a:off x="392234" y="1185518"/>
            <a:ext cx="3474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KPI-1: Weekday vs Weekend Orders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0AA7D5-45AE-792D-DC35-7FB87FB73DA8}"/>
              </a:ext>
            </a:extLst>
          </p:cNvPr>
          <p:cNvSpPr txBox="1"/>
          <p:nvPr/>
        </p:nvSpPr>
        <p:spPr>
          <a:xfrm>
            <a:off x="5924239" y="1608611"/>
            <a:ext cx="5567889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 Black" panose="020B0A04020102020204" pitchFamily="34" charset="0"/>
              </a:rPr>
              <a:t> Insights :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 Weekday orders 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are higher compared to      </a:t>
            </a: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weekend orders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, indicating </a:t>
            </a: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business-driven purchasing behavior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7937E-32E3-BC11-4C3C-E6F4986E8FC5}"/>
              </a:ext>
            </a:extLst>
          </p:cNvPr>
          <p:cNvSpPr txBox="1"/>
          <p:nvPr/>
        </p:nvSpPr>
        <p:spPr>
          <a:xfrm>
            <a:off x="6038214" y="3556015"/>
            <a:ext cx="5339938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Business Impact 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Indicates business-driven purchasing behaviour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Opportunity to increase weekend sales using offers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821EDE-8BA1-F11A-B383-974A13AA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34" y="1862642"/>
            <a:ext cx="5339938" cy="338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6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87BB3-58A3-B340-E59A-244C584D63EE}"/>
              </a:ext>
            </a:extLst>
          </p:cNvPr>
          <p:cNvSpPr txBox="1"/>
          <p:nvPr/>
        </p:nvSpPr>
        <p:spPr>
          <a:xfrm>
            <a:off x="396240" y="441605"/>
            <a:ext cx="343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KPI-2: Payment Method Analysis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0A1E4-D6F3-2C6B-D5D8-8B7E0284AA8A}"/>
              </a:ext>
            </a:extLst>
          </p:cNvPr>
          <p:cNvSpPr txBox="1"/>
          <p:nvPr/>
        </p:nvSpPr>
        <p:spPr>
          <a:xfrm>
            <a:off x="5640162" y="1290106"/>
            <a:ext cx="613664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 Black" panose="020B0A04020102020204" pitchFamily="34" charset="0"/>
              </a:rPr>
              <a:t> Insights :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Credit cards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are the most preferred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payment method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among customers.</a:t>
            </a:r>
          </a:p>
          <a:p>
            <a:pPr>
              <a:buClr>
                <a:srgbClr val="FF0000"/>
              </a:buClr>
            </a:pP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E68B9-3A7D-650F-4BEB-7FDB46D3B2EA}"/>
              </a:ext>
            </a:extLst>
          </p:cNvPr>
          <p:cNvSpPr txBox="1"/>
          <p:nvPr/>
        </p:nvSpPr>
        <p:spPr>
          <a:xfrm>
            <a:off x="5755065" y="2898990"/>
            <a:ext cx="6136848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Business Impact: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Promote credit card offers &amp; cashbacks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Improve checkout experience for card users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3B2E3-27A2-3B83-50C3-CB67891F9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041991"/>
            <a:ext cx="5199443" cy="4136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1D76C-A47C-AE70-C330-79F7FB089DCC}"/>
              </a:ext>
            </a:extLst>
          </p:cNvPr>
          <p:cNvSpPr txBox="1"/>
          <p:nvPr/>
        </p:nvSpPr>
        <p:spPr>
          <a:xfrm>
            <a:off x="2083981" y="4210492"/>
            <a:ext cx="7549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card</a:t>
            </a:r>
            <a:endParaRPr lang="en-IN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9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44C6F-92D2-1950-D6AC-837666C70616}"/>
              </a:ext>
            </a:extLst>
          </p:cNvPr>
          <p:cNvSpPr txBox="1"/>
          <p:nvPr/>
        </p:nvSpPr>
        <p:spPr>
          <a:xfrm>
            <a:off x="542146" y="489880"/>
            <a:ext cx="401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KPI-3: Delivery Time – Pet Shop Category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6A624-C427-8BDC-CA7C-85B91AAFB8E4}"/>
              </a:ext>
            </a:extLst>
          </p:cNvPr>
          <p:cNvSpPr txBox="1"/>
          <p:nvPr/>
        </p:nvSpPr>
        <p:spPr>
          <a:xfrm>
            <a:off x="5760720" y="1246309"/>
            <a:ext cx="613664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 Black" panose="020B0A04020102020204" pitchFamily="34" charset="0"/>
              </a:rPr>
              <a:t> Insights :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pet shop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category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shows noticeable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variation in delivery time.</a:t>
            </a:r>
          </a:p>
          <a:p>
            <a:pPr>
              <a:buClr>
                <a:srgbClr val="FF0000"/>
              </a:buClr>
            </a:pP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998F1-FDCE-C0C5-9F81-16FEA3680A7D}"/>
              </a:ext>
            </a:extLst>
          </p:cNvPr>
          <p:cNvSpPr txBox="1"/>
          <p:nvPr/>
        </p:nvSpPr>
        <p:spPr>
          <a:xfrm>
            <a:off x="5760720" y="2967335"/>
            <a:ext cx="6136848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Business Impact: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Need better logistics planning for this category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Faster delivery can improve customer satisfaction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D3204-AE96-C25A-4E4B-540BF532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29" y="1329955"/>
            <a:ext cx="4652298" cy="176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5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CBD19-EAA1-785D-643A-67B3AF2F7C3D}"/>
              </a:ext>
            </a:extLst>
          </p:cNvPr>
          <p:cNvSpPr txBox="1"/>
          <p:nvPr/>
        </p:nvSpPr>
        <p:spPr>
          <a:xfrm>
            <a:off x="365760" y="396240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KPI-4 : Location-Based Revenue Analysis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32A95-EAC9-C540-FBFE-547C35AF9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0" y="1208866"/>
            <a:ext cx="5836089" cy="3571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64AE43-C76E-C6C2-7ED2-59845866EC7D}"/>
              </a:ext>
            </a:extLst>
          </p:cNvPr>
          <p:cNvSpPr txBox="1"/>
          <p:nvPr/>
        </p:nvSpPr>
        <p:spPr>
          <a:xfrm>
            <a:off x="6217922" y="1455599"/>
            <a:ext cx="613664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 Black" panose="020B0A04020102020204" pitchFamily="34" charset="0"/>
              </a:rPr>
              <a:t> Insights :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from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paulo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contribute significantly 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to total order value.</a:t>
            </a:r>
          </a:p>
          <a:p>
            <a:pPr>
              <a:buClr>
                <a:srgbClr val="FF0000"/>
              </a:buClr>
            </a:pP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2DF3A-53E3-38C1-FCFB-0A33AC459506}"/>
              </a:ext>
            </a:extLst>
          </p:cNvPr>
          <p:cNvSpPr txBox="1"/>
          <p:nvPr/>
        </p:nvSpPr>
        <p:spPr>
          <a:xfrm>
            <a:off x="6217922" y="2994482"/>
            <a:ext cx="622169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Business Impact: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São Paulo is a high-value market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Focus marketing &amp; premium products in this region</a:t>
            </a:r>
          </a:p>
        </p:txBody>
      </p:sp>
    </p:spTree>
    <p:extLst>
      <p:ext uri="{BB962C8B-B14F-4D97-AF65-F5344CB8AC3E}">
        <p14:creationId xmlns:p14="http://schemas.microsoft.com/office/powerpoint/2010/main" val="125290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88E64B-70F1-25F8-D830-92B61643A9FB}"/>
              </a:ext>
            </a:extLst>
          </p:cNvPr>
          <p:cNvSpPr txBox="1"/>
          <p:nvPr/>
        </p:nvSpPr>
        <p:spPr>
          <a:xfrm>
            <a:off x="293907" y="254000"/>
            <a:ext cx="3797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KPI-5 : Shipping Days by  Review score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7B509-3E73-C7BA-2479-7540FF8FA5A8}"/>
              </a:ext>
            </a:extLst>
          </p:cNvPr>
          <p:cNvSpPr txBox="1"/>
          <p:nvPr/>
        </p:nvSpPr>
        <p:spPr>
          <a:xfrm>
            <a:off x="5981573" y="1300837"/>
            <a:ext cx="613664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 Black" panose="020B0A04020102020204" pitchFamily="34" charset="0"/>
              </a:rPr>
              <a:t> Insights :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Orders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faster delivery times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tend to 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receive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higher review scores.</a:t>
            </a:r>
          </a:p>
          <a:p>
            <a:pPr>
              <a:buClr>
                <a:srgbClr val="FF0000"/>
              </a:buClr>
            </a:pP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B1299-3A46-C70B-A993-2FCD40673851}"/>
              </a:ext>
            </a:extLst>
          </p:cNvPr>
          <p:cNvSpPr txBox="1"/>
          <p:nvPr/>
        </p:nvSpPr>
        <p:spPr>
          <a:xfrm>
            <a:off x="5981573" y="3094951"/>
            <a:ext cx="6136848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Business Impact 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Delivery speed directly impacts customer satisfaction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Improving logistics improves brand reputation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BB863-AA1E-011E-5BA1-7DF658BA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8" y="1155563"/>
            <a:ext cx="5320312" cy="29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533D4-3526-93F3-C895-46E9D813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70115"/>
            <a:ext cx="10396882" cy="6858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2DF3F4-DFB1-B664-2E6F-8949425D8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828" y="1039587"/>
            <a:ext cx="10112828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e-commerce dataset consisting of 9 CSV files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 and explored the data using Excel for initial understanding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the data by handling missing values and formatting date fields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the cleaned data into SQL for structured analysis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joins between tables using primary and foreign keys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calculated fields and KPIs using SQL queries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KPIs using Tableau and Power BI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 interactive dashboard with filters and slicers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Data transformation was performed at each stage to ensure data accuracy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7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0A50-6CF4-47AF-761A-2290C633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4902AC-7089-B38D-BC5A-5D4FC11D8725}"/>
              </a:ext>
            </a:extLst>
          </p:cNvPr>
          <p:cNvSpPr txBox="1"/>
          <p:nvPr/>
        </p:nvSpPr>
        <p:spPr>
          <a:xfrm>
            <a:off x="665018" y="119700"/>
            <a:ext cx="6134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72C10-1522-2D98-33F3-A61B23B05753}"/>
              </a:ext>
            </a:extLst>
          </p:cNvPr>
          <p:cNvSpPr txBox="1"/>
          <p:nvPr/>
        </p:nvSpPr>
        <p:spPr>
          <a:xfrm>
            <a:off x="665018" y="704475"/>
            <a:ext cx="10471068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Prioritize high-performing product categories to drive overall revenue growth.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Strengthen delivery and logistics efficiency to minimize delays and improve customer satisfaction.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Introduce customer retention strategies such as loyalty programs and personalized offers to encourage repeat purchases.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Promote digital payment options by providing incentives like cashback and exclusive deals.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Schedule targeted marketing campaigns during peak sales periods such as weekends and festive seasons to maximize sales impact.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81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C0D71F-EB39-51A1-839C-29A3328281CE}"/>
              </a:ext>
            </a:extLst>
          </p:cNvPr>
          <p:cNvSpPr txBox="1"/>
          <p:nvPr/>
        </p:nvSpPr>
        <p:spPr>
          <a:xfrm>
            <a:off x="665018" y="119700"/>
            <a:ext cx="6134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RECOMMENDATIONS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AEB71-93F0-8503-4265-C628FF15D5EB}"/>
              </a:ext>
            </a:extLst>
          </p:cNvPr>
          <p:cNvSpPr txBox="1"/>
          <p:nvPr/>
        </p:nvSpPr>
        <p:spPr>
          <a:xfrm>
            <a:off x="665018" y="704475"/>
            <a:ext cx="1047106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endParaRPr lang="en-US" sz="2000" b="1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Introduce special offers and discounts during weekends to increase order volume.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Encourage digital and credit card payments through cashback or reward programs.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Improve logistics and delivery timelines to enhance customer satisfaction.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Optimize supply chain processes for categories with longer delivery times.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Focus marketing efforts on high-value customers and key cities like 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paulo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Use customer feedback and review analysis to improve service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18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2127B2-9F17-78DF-73A5-DFD8A082EAF3}"/>
              </a:ext>
            </a:extLst>
          </p:cNvPr>
          <p:cNvSpPr txBox="1"/>
          <p:nvPr/>
        </p:nvSpPr>
        <p:spPr>
          <a:xfrm>
            <a:off x="5258078" y="113121"/>
            <a:ext cx="16758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12FB2F-5FE5-0E39-D966-7CB2CAE28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896"/>
            <a:ext cx="12192000" cy="616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4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B57FA-DDD6-D958-AEC3-6470035C732E}"/>
              </a:ext>
            </a:extLst>
          </p:cNvPr>
          <p:cNvSpPr txBox="1"/>
          <p:nvPr/>
        </p:nvSpPr>
        <p:spPr>
          <a:xfrm>
            <a:off x="4941774" y="-48318"/>
            <a:ext cx="230845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TABLEAU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B53F3-D0CC-7F24-7965-2B9E524BB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457"/>
            <a:ext cx="12191999" cy="63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66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DD360F-E397-0433-0BC6-DA6A70F3A74A}"/>
              </a:ext>
            </a:extLst>
          </p:cNvPr>
          <p:cNvSpPr txBox="1"/>
          <p:nvPr/>
        </p:nvSpPr>
        <p:spPr>
          <a:xfrm>
            <a:off x="4741682" y="0"/>
            <a:ext cx="245714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POWER BI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9C8C2-2F1E-ECA1-C007-C480DC02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774"/>
            <a:ext cx="12192000" cy="62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23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B5588-B37E-BE82-C9D4-14658C1D4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4400"/>
            <a:ext cx="5781774" cy="5649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0448FD-F5F6-665F-A93B-9D7EE8590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75" y="914400"/>
            <a:ext cx="5898596" cy="5649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EC0409-9E27-05AF-5119-4ABDD6CDA68B}"/>
              </a:ext>
            </a:extLst>
          </p:cNvPr>
          <p:cNvSpPr txBox="1"/>
          <p:nvPr/>
        </p:nvSpPr>
        <p:spPr>
          <a:xfrm>
            <a:off x="5137608" y="160256"/>
            <a:ext cx="1096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375121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86BF9-A44B-13E8-B8FE-0A150A02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27" y="1154044"/>
            <a:ext cx="10307488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9F65-0E45-432F-053A-3917D0A2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1"/>
            <a:ext cx="10396882" cy="75111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1530C0-139A-834B-5CCA-40FCC992F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46488"/>
            <a:ext cx="9917147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analyzed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e-commerce dataset using multiple analytical tools.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was transformed and processed at each stage to ensure accuracy and consistency.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KPIs helped uncover important trends in sales, payments, delivery performance, and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satisfaction.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dashboards made complex data easy to understand and interpret.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provided actionable insights to support business decision-making.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strengthened practical skills in data analysis, SQL, and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402300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4BB99CB-E5AD-E5BA-413D-4A78A4C6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637" y="789292"/>
            <a:ext cx="10396882" cy="897903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CHALLENGES &amp; LEARNINGS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latin typeface="Arial Black" panose="020B0A04020102020204" pitchFamily="34" charset="0"/>
              </a:rPr>
              <a:t> </a:t>
            </a:r>
            <a:br>
              <a:rPr lang="en-IN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253915A-9D3E-6F7E-E984-BB1AC5808DB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79637" y="2020268"/>
            <a:ext cx="4645025" cy="2817464"/>
          </a:xfrm>
        </p:spPr>
        <p:txBody>
          <a:bodyPr>
            <a:normAutofit fontScale="25000" lnSpcReduction="20000"/>
          </a:bodyPr>
          <a:lstStyle/>
          <a:p>
            <a:pPr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7200" b="1" dirty="0">
                <a:latin typeface="Arial Black" panose="020B0A04020102020204" pitchFamily="34" charset="0"/>
              </a:rPr>
              <a:t> Challenges :</a:t>
            </a:r>
          </a:p>
          <a:p>
            <a:pPr marL="0" indent="0">
              <a:buClr>
                <a:srgbClr val="FF0000"/>
              </a:buClr>
              <a:buSzPct val="150000"/>
              <a:buNone/>
            </a:pPr>
            <a:endParaRPr lang="en-US" sz="2900" b="1" dirty="0">
              <a:latin typeface="Arial Black" panose="020B0A040201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Handling and understanding a large dataset with multiple CSV files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Managing data inconsistencies across different tables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Performing correct joins between multiple relational tables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Cleaning and transforming data at every stage of the analysis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Selecting appropriate </a:t>
            </a:r>
            <a:r>
              <a:rPr lang="en-US" sz="6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 and charts for business analysis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6400" cap="none" dirty="0">
                <a:latin typeface="Arial" panose="020B0604020202020204" pitchFamily="34" charset="0"/>
                <a:cs typeface="Arial" panose="020B0604020202020204" pitchFamily="34" charset="0"/>
              </a:rPr>
              <a:t>Learning and using multiple tools simultaneously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0425B-86AA-75A8-F813-FF8BC700B086}"/>
              </a:ext>
            </a:extLst>
          </p:cNvPr>
          <p:cNvSpPr txBox="1"/>
          <p:nvPr/>
        </p:nvSpPr>
        <p:spPr>
          <a:xfrm>
            <a:off x="5869859" y="1029294"/>
            <a:ext cx="61353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/>
              <a:t>  </a:t>
            </a:r>
            <a:r>
              <a:rPr lang="en-US" sz="2000" b="1" dirty="0">
                <a:latin typeface="Arial Black" panose="020B0A04020102020204" pitchFamily="34" charset="0"/>
              </a:rPr>
              <a:t>Learnings :</a:t>
            </a:r>
          </a:p>
          <a:p>
            <a:pPr marL="0" indent="0">
              <a:buClr>
                <a:srgbClr val="FF0000"/>
              </a:buClr>
              <a:buSzPct val="140000"/>
              <a:buNone/>
            </a:pPr>
            <a:endParaRPr lang="en-US" sz="800" b="1" dirty="0">
              <a:latin typeface="Arial Black" panose="020B0A040201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Gained hands-on experience in data cleaning and transformation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Improved understanding of SQL joins and KPI calculations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Learned how to analyze real-world business data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Developed skills in tableau and power BI dashboard creation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Enhanced data storytelling and presentation skills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Understood how data insights support business decisions</a:t>
            </a:r>
          </a:p>
          <a:p>
            <a:endParaRPr lang="en-US" sz="1800" cap="none" dirty="0"/>
          </a:p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860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7215-49E9-1E50-CC75-D5D040E5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</a:t>
            </a:r>
            <a:r>
              <a:rPr lang="en-IN" sz="96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E6C8-8BB9-567A-AE5D-5053AB7F0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4420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1769</TotalTime>
  <Words>741</Words>
  <Application>Microsoft Office PowerPoint</Application>
  <PresentationFormat>Widescreen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Courier New</vt:lpstr>
      <vt:lpstr>Impact</vt:lpstr>
      <vt:lpstr>Times New Roman</vt:lpstr>
      <vt:lpstr>Wingdings</vt:lpstr>
      <vt:lpstr>Main Event</vt:lpstr>
      <vt:lpstr>OLIST STORE E-COMMERCE Analysis</vt:lpstr>
      <vt:lpstr>Introduction</vt:lpstr>
      <vt:lpstr>Data Overview</vt:lpstr>
      <vt:lpstr>Analysis</vt:lpstr>
      <vt:lpstr>Objectives : kpi’s </vt:lpstr>
      <vt:lpstr>PowerPoint Presentation</vt:lpstr>
      <vt:lpstr>PowerPoint Presentation</vt:lpstr>
      <vt:lpstr>PowerPoint Presentation</vt:lpstr>
      <vt:lpstr>PowerPoint Presentation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CHALLENGES &amp; LEARNINGS   </vt:lpstr>
      <vt:lpstr>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STORE E-COMMERCE Analysis</dc:title>
  <dc:creator>Sanket Bhosale</dc:creator>
  <cp:lastModifiedBy>DELL</cp:lastModifiedBy>
  <cp:revision>20</cp:revision>
  <dcterms:created xsi:type="dcterms:W3CDTF">2026-01-10T15:18:22Z</dcterms:created>
  <dcterms:modified xsi:type="dcterms:W3CDTF">2026-05-03T06:36:28Z</dcterms:modified>
</cp:coreProperties>
</file>